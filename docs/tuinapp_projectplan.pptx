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71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822960" cy="82296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3" name="Image 0" descr="/home/claude/tuinapp/icon_seed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" y="8211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Projectplan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3291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Tuinapp: van video tot persoonlijk onderhoudsschema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D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Gezamenlijke opzet, van MVP naar freemium-schaal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juli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Productvisie: de kernflow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"aha moment" moet in de gratis versie zitten, dat verkoopt de upgrade.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0F4EC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1828800" y="228600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6" name="Image 0" descr="/home/claude/tuinapp/icon_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851" y="246705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Video opnemen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 filmt de tuin, app coacht live: "kom dichterbij", "focus op het blad"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931920" y="33375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251960" y="19202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0F4EC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1" name="Shape 8"/>
          <p:cNvSpPr/>
          <p:nvPr/>
        </p:nvSpPr>
        <p:spPr>
          <a:xfrm>
            <a:off x="5532120" y="228600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2" name="Image 1" descr="/home/claude/tuinapp/icon_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171" y="246705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Automatische herkenning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26280" y="379476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worden geanalyseerd en gematcht tegen soorten, met confidence score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635240" y="33375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7955280" y="19202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0F4EC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7" name="Shape 13"/>
          <p:cNvSpPr/>
          <p:nvPr/>
        </p:nvSpPr>
        <p:spPr>
          <a:xfrm>
            <a:off x="9235440" y="228600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8" name="Image 2" descr="/home/claude/tuinapp/icon_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6491" y="2467051"/>
            <a:ext cx="460858" cy="4608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8388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Persoonlijk onderhoudsschema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29600" y="379476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Snoei-, bemestings- en watermomenten verschijnen automatisch in de kalender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Tuinapp Projectplan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Technische architectuur: drie pijlers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F0F4EC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5" name="Image 0" descr="/home/claude/tuinapp/icon_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1832458"/>
            <a:ext cx="358445" cy="3584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Videoherkenning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Frame-sampling uit video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model per frame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Close-up sturing voor kleine planten en gras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37160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Shape 6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0" name="Image 1" descr="/home/claude/tuinapp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818" y="183245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4688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Plantendatabase + onderhoudsregels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72000" y="324612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Snoeiperiode en -type per soort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Bemestingsschema per seizoen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Watervraag per grondsoort en klimaatzone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46720" y="137160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F0F4EC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Shape 10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5" name="Image 2" descr="/home/claude/tuinapp/icon_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1858" y="183245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4688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Planning- en notificatie-engine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21040" y="324612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Koppelt plant + locatie + weerdata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Genereert concrete taken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Stuurt pushmeldingen op het juiste moment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Tuinapp Projectplan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Databronnen strategie: hybride aanpak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enkele bron dekt onderhoudsdata, dat wordt de eigen kernasset.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Dekking / kosten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Pl@ntNet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Visuele identificatie uit videobeeld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78.795 soorten, gratis tot 500 queries/dag, Pro plan vanaf €1.000/jaar (200k requests)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Trefle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Aanvullende taxonomie en basisdata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400.000+ soorten, gratis en 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4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Snoei-, bemestings- en waterregels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met 150-300 meest voorkomende NL-tuinsoorten, opgebouwd met tuinbouwexperts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B3B1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3"/>
          <p:cNvSpPr/>
          <p:nvPr/>
        </p:nvSpPr>
        <p:spPr>
          <a:xfrm>
            <a:off x="822960" y="480060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Conclusie: Pl@ntNet voor herkenning, Trefle als gratis aanvulling, eigen onderhoudsdatabase als onderscheidend vermogen.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Tuinapp Projectplan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van validatie naar schaal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63040" y="2148840"/>
            <a:ext cx="9262872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1207008" y="1892808"/>
            <a:ext cx="512064" cy="512064"/>
          </a:xfrm>
          <a:prstGeom prst="ellipse">
            <a:avLst/>
          </a:prstGeom>
          <a:solidFill>
            <a:srgbClr val="97BC6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1207008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0F4EC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0815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weken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338328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testen bij 20-30 tuinbezitters, zonder code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2726" y="1892808"/>
            <a:ext cx="512064" cy="512064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3522726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72918" y="265176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0F4EC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2910078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10078" y="30815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maanden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10078" y="338328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+ Pl@ntNet + 150 soorten + simpele kalender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38444" y="1892808"/>
            <a:ext cx="512064" cy="512064"/>
          </a:xfrm>
          <a:prstGeom prst="ellipse">
            <a:avLst/>
          </a:prstGeom>
          <a:solidFill>
            <a:srgbClr val="97BC6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5838444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88636" y="265176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0F4EC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5225796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Besloten beta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25796" y="30815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maanden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25796" y="338328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200-500 gebruikers, nauwkeurigheid meten en corrigeren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54162" y="1892808"/>
            <a:ext cx="512064" cy="512064"/>
          </a:xfrm>
          <a:prstGeom prst="ellipse">
            <a:avLst/>
          </a:prstGeom>
          <a:solidFill>
            <a:srgbClr val="97BC6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8154162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04354" y="265176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0F4EC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7541514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Publieke launch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41514" y="30815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maand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41514" y="338328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versie live, organische groei via content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469880" y="1892808"/>
            <a:ext cx="512064" cy="512064"/>
          </a:xfrm>
          <a:prstGeom prst="ellipse">
            <a:avLst/>
          </a:prstGeom>
          <a:solidFill>
            <a:srgbClr val="97BC6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9" name="Text 27"/>
          <p:cNvSpPr/>
          <p:nvPr/>
        </p:nvSpPr>
        <p:spPr>
          <a:xfrm>
            <a:off x="10469880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720072" y="265176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0F4EC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1" name="Text 29"/>
          <p:cNvSpPr/>
          <p:nvPr/>
        </p:nvSpPr>
        <p:spPr>
          <a:xfrm>
            <a:off x="9857232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Groei en schaal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857232" y="30815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doorlopend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857232" y="338328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laag, meer soorten, weerintegratie, sensoren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Tuinapp Projectplan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en rollen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Vanaf dag één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project lead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/ ML-integratie engineer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Mobiele app developer (iOS/Android)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Botanicus / tuinbouwexpert (onderhoudsdata)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designer (video-opname flow)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63640" y="1143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Vanaf beta erbij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63640" y="16002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(dataset onderhoud en uitbreiding)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marketeer (freemium conversie en acquisitie)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329184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8" name="Image 0" descr="/home/claude/tuinapp/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399" y="3422599"/>
            <a:ext cx="332842" cy="33284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63640" y="40690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B3B1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7"/>
          <p:cNvSpPr/>
          <p:nvPr/>
        </p:nvSpPr>
        <p:spPr>
          <a:xfrm>
            <a:off x="6537960" y="40690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Botanische onderhoudsdata is de belangrijkste onderscheidende asset, niet de herkenningstechnologie zelf. Investeer hier het vroegst en het zwaarst.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Tuinapp Projectplan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businessmodel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omslagpunt: na 2-3 seizoenen loopt generiek advies tegen zijn grenzen aan.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0F4EC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6" name="Image 0" descr="/home/claude/tuinapp/icon_g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21168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57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Gratis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Tuin in kaart brengen via video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Basisherkenning van planten, struiken, bomen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Eenvoudige onderhoudskalender met generieke tijdvakken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Bijvoorbeeld: "snoeien in maart"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Shape 7"/>
          <p:cNvSpPr/>
          <p:nvPr/>
        </p:nvSpPr>
        <p:spPr>
          <a:xfrm>
            <a:off x="6629400" y="1965960"/>
            <a:ext cx="685800" cy="6858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1" name="Image 1" descr="/home/claude/tuinapp/icon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76" y="211683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057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29400" y="297180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Gepersonaliseerd op postcode/klimaatzone en grondsoort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weerintegratie (uitstel wateradvies bij regen)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tuinen of percelen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chat of video-consult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Groeitracking, historie en exportfunctie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Prioriteitsmeldingen bij plagen en ziektes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Tuinapp Projectplan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Risico’s en mitigaties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042416"/>
          </a:xfrm>
          <a:prstGeom prst="roundRect">
            <a:avLst>
              <a:gd name="adj" fmla="val 5263"/>
            </a:avLst>
          </a:prstGeom>
          <a:solidFill>
            <a:srgbClr val="F0F4EC"/>
          </a:solidFill>
          <a:ln w="12700">
            <a:solidFill>
              <a:srgbClr val="E3EBD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777240" y="1627632"/>
            <a:ext cx="502920" cy="502920"/>
          </a:xfrm>
          <a:prstGeom prst="ellipse">
            <a:avLst/>
          </a:prstGeom>
          <a:solidFill>
            <a:srgbClr val="1B3B1D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5" name="Image 0" descr="/home/claude/tuinapp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1738274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36192"/>
            <a:ext cx="4663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Herkenningsnauwkeurigheid in het echt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09360" y="1536192"/>
            <a:ext cx="5120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Strenge opname-instructies + correctiemechanisme dat de dataset verbetert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70048"/>
            <a:ext cx="1106424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BD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6"/>
          <p:cNvSpPr/>
          <p:nvPr/>
        </p:nvSpPr>
        <p:spPr>
          <a:xfrm>
            <a:off x="777240" y="2834640"/>
            <a:ext cx="502920" cy="502920"/>
          </a:xfrm>
          <a:prstGeom prst="ellipse">
            <a:avLst/>
          </a:prstGeom>
          <a:solidFill>
            <a:srgbClr val="1B3B1D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0" name="Image 1" descr="/home/claude/tuinapp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294528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743200"/>
            <a:ext cx="4663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(huis, buren, kentekens in video)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309360" y="2743200"/>
            <a:ext cx="5120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Expliciete consent-flow, lokale blur-opties, AVG-conform beleid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877056"/>
            <a:ext cx="11064240" cy="1042416"/>
          </a:xfrm>
          <a:prstGeom prst="roundRect">
            <a:avLst>
              <a:gd name="adj" fmla="val 5263"/>
            </a:avLst>
          </a:prstGeom>
          <a:solidFill>
            <a:srgbClr val="F0F4EC"/>
          </a:solidFill>
          <a:ln w="12700">
            <a:solidFill>
              <a:srgbClr val="E3EBD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0"/>
          <p:cNvSpPr/>
          <p:nvPr/>
        </p:nvSpPr>
        <p:spPr>
          <a:xfrm>
            <a:off x="777240" y="4041648"/>
            <a:ext cx="502920" cy="502920"/>
          </a:xfrm>
          <a:prstGeom prst="ellipse">
            <a:avLst/>
          </a:prstGeom>
          <a:solidFill>
            <a:srgbClr val="1B3B1D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5" name="Image 2" descr="/home/claude/tuinapp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4152290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950208"/>
            <a:ext cx="4663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bij schaal (API-kosten per request)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09360" y="3950208"/>
            <a:ext cx="5120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Verwerk kosten per request vanaf dag 1 in premium-pricing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5084064"/>
            <a:ext cx="1106424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BD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Shape 14"/>
          <p:cNvSpPr/>
          <p:nvPr/>
        </p:nvSpPr>
        <p:spPr>
          <a:xfrm>
            <a:off x="777240" y="5248656"/>
            <a:ext cx="502920" cy="502920"/>
          </a:xfrm>
          <a:prstGeom prst="ellipse">
            <a:avLst/>
          </a:prstGeom>
          <a:solidFill>
            <a:srgbClr val="1B3B1D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20" name="Image 3" descr="/home/claude/tuinapp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5359298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5157216"/>
            <a:ext cx="4663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Wijzigende datalicenties externe bronnen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309360" y="5157216"/>
            <a:ext cx="5120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Voorwaarden structureel herchecken bij elke opschaling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Tuinapp Projectplan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3" name="Image 0" descr="/home/claude/tuinapp/icon_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709574"/>
            <a:ext cx="409651" cy="4096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 eerste stappen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3"/>
          <p:cNvSpPr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23317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Valideer de aanname met 20 tuinbezitters voordat er code wordt geschreven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3375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32918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Sluit een tuinbouw- of botanisch expert aan voor de onderhoudsdatabase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9"/>
          <p:cNvSpPr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00200" y="4251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een proof of concept: 10 soorten, Pl@ntNet gekoppeld, handmatig schema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2"/>
          <p:cNvSpPr/>
          <p:nvPr/>
        </p:nvSpPr>
        <p:spPr>
          <a:xfrm>
            <a:off x="82296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600200" y="52120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video-opname UX apart van de herkenning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Tuinapp Projectplan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624</Words>
  <Application>Microsoft Macintosh PowerPoint</Application>
  <PresentationFormat>Widescreen</PresentationFormat>
  <Paragraphs>131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Bernard Albada Jelgersma</cp:lastModifiedBy>
  <cp:revision>1</cp:revision>
  <dcterms:created xsi:type="dcterms:W3CDTF">2026-07-19T17:51:18Z</dcterms:created>
  <dcterms:modified xsi:type="dcterms:W3CDTF">2026-07-19T18:49:31Z</dcterms:modified>
</cp:coreProperties>
</file>